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(88/100)  ·  9 findings  ·  4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site's single most valuable conversion mechanism is the primary call-to-action, but it is currently a generic 'Learn more' that fails to communicate any specific value or outcome, and the absence of trust signals above the fold compounds the problem by leaving visitors with no reason to engage or confidence to convert.</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1.5–6.6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No trust signals present</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page lacks any trust indicators such as reviews, guarantees, or security badges, undermining visitor confidence.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No guarantee or return policy</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The absence of any guarantee or return policy leaves visitors uncertain about risk, hindering conversion.</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No credibility or review evidence</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page lacks third-party validation like reviews or ratings, reducing perceived credibility.</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trust signals present</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“Example Domain”."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lacks any trust indicators such as reviews, guarantees, or security badges, undermining visitor confidence.</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guarantee or return policy</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"Page copy reads “# Example Domain This domain is for use in documentation examples without needing permission. Avoid use in operations. [Learn more](https://iana.org/domains/example)”."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absence of any guarantee or return policy leaves visitors uncertain about risk, hindering conversion.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No credibility or review evidence</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"The page's main headline reads “Example Domain”."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page lacks third-party validation like reviews or ratings, reducing perceived credibility.</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value proposition stated</a:t>
            </a:r>
          </a:p>
        </p:txBody>
      </p:sp>
      <p:sp>
        <p:nvSpPr>
          <p:cNvPr id="6" name="TextBox 5"/>
          <p:cNvSpPr txBox="1"/>
          <p:nvPr/>
        </p:nvSpPr>
        <p:spPr>
          <a:xfrm>
            <a:off x="640080" y="274320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7" name="TextBox 6"/>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8" name="TextBox 7"/>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No trust signals present</a:t>
            </a:r>
          </a:p>
        </p:txBody>
      </p:sp>
      <p:sp>
        <p:nvSpPr>
          <p:cNvPr id="9" name="TextBox 8"/>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0" name="TextBox 9"/>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1" name="TextBox 10"/>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No guarantee or return policy</a:t>
            </a:r>
          </a:p>
        </p:txBody>
      </p:sp>
      <p:sp>
        <p:nvSpPr>
          <p:cNvPr id="12" name="TextBox 11"/>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No credibility or review evidence</a:t>
            </a:r>
          </a:p>
        </p:txBody>
      </p:sp>
      <p:sp>
        <p:nvSpPr>
          <p:cNvPr id="13" name="TextBox 12"/>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4" name="TextBox 13"/>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5" name="TextBox 14"/>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Single generic call to 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